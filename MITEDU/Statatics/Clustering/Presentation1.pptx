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007223" y="2646364"/>
            <a:ext cx="4921624" cy="2387600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Clustering</a:t>
            </a:r>
            <a:endParaRPr lang="en-US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7880" y="1043733"/>
            <a:ext cx="9236240" cy="47705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018" y="1020871"/>
            <a:ext cx="9281964" cy="48162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0276" y="1100888"/>
            <a:ext cx="9091448" cy="46562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0725" y="1180905"/>
            <a:ext cx="9350550" cy="44961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3587" y="1138991"/>
            <a:ext cx="9304826" cy="45800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8828" y="1078026"/>
            <a:ext cx="9274344" cy="47019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449" y="1005630"/>
            <a:ext cx="9259102" cy="48467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1673" y="1043733"/>
            <a:ext cx="9388654" cy="47705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9776" y="1055164"/>
            <a:ext cx="9312447" cy="47476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-Means Clustering Algorithm | Examples | Gate Vidyala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5047" y="2091194"/>
            <a:ext cx="7736619" cy="3283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837" y="423862"/>
            <a:ext cx="10982325" cy="60102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75" y="519112"/>
            <a:ext cx="10915650" cy="58197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490537"/>
            <a:ext cx="11391900" cy="58769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812" y="890587"/>
            <a:ext cx="10620375" cy="50768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495300"/>
            <a:ext cx="10801350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112" y="447675"/>
            <a:ext cx="11153775" cy="59626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75" y="433387"/>
            <a:ext cx="11220450" cy="59912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995362"/>
            <a:ext cx="10706100" cy="48672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3837" y="466725"/>
            <a:ext cx="4124325" cy="59245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Elbow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6659" y="729097"/>
            <a:ext cx="7207623" cy="560910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212" y="244568"/>
            <a:ext cx="8791575" cy="611965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8828" y="1074216"/>
            <a:ext cx="9274344" cy="470956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1673" y="1150422"/>
            <a:ext cx="9388654" cy="455715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9776" y="1192336"/>
            <a:ext cx="9312447" cy="447332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914" y="1119940"/>
            <a:ext cx="9358171" cy="46181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914" y="1039923"/>
            <a:ext cx="9358171" cy="477815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914" y="1104698"/>
            <a:ext cx="9358171" cy="464860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518" y="1001819"/>
            <a:ext cx="9502964" cy="485436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896" y="1047543"/>
            <a:ext cx="9076207" cy="476291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449" y="1005630"/>
            <a:ext cx="9259102" cy="48467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8828" y="1074216"/>
            <a:ext cx="9274344" cy="470956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9776" y="1047543"/>
            <a:ext cx="9312447" cy="476291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1673" y="1024681"/>
            <a:ext cx="9388654" cy="480863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087" y="998009"/>
            <a:ext cx="9525825" cy="486198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1673" y="1036112"/>
            <a:ext cx="9388654" cy="478577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966" y="1382852"/>
            <a:ext cx="9320068" cy="409229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34,031 Thank You Stock Photos - Free &amp; Royalty-Free Stock Photos from  Dreamstim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2557463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WPS Presentation</Application>
  <PresentationFormat>Widescreen</PresentationFormat>
  <Paragraphs>4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8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Bookman Old Style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Elbow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chand</dc:creator>
  <cp:lastModifiedBy>sahana br</cp:lastModifiedBy>
  <cp:revision>3</cp:revision>
  <dcterms:created xsi:type="dcterms:W3CDTF">2025-07-23T00:59:00Z</dcterms:created>
  <dcterms:modified xsi:type="dcterms:W3CDTF">2026-02-14T15:12:55Z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0CB5ABDA87104E04A4BB051A8E19CF1B_11</vt:lpwstr>
  </property>
  <property fmtid="{D5CDD505-2E9C-101B-9397-08002B2CF9AE}" pid="3" name="KSOProductBuildVer">
    <vt:lpwstr>1033-12.2.0.23155</vt:lpwstr>
  </property>
</Properties>
</file>